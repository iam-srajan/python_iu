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B84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5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33172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34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to take input from users, convert it, and display results clearly.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1208" y="4617720"/>
            <a:ext cx="10058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•  First Year  •  Beginner Friendly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6968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86968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INPUT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The print() Function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output on the screen — it's how your program “talks” to the user.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print text, numbers, or variables.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multiple values with a comma — they print with a space between them.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print() automatically moves to a new line.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15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print("Sum is:", total)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print("A", "B", "C")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is: 15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6968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86968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INPUT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Input: The input() Function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your program ask the user a question and wait for them to type an answer.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message (the prompt) to the user.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pauses until the user types something and presses Enter.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user types is always returned as text (a string) — even if it looks like a number.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print("Hello,", name)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448056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459028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7D4F"/>
                </a:solidFill>
              </a:rPr>
              <a:t>SAMPLE RUN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Rahul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Rahul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6968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86968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INPUT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with Input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gives back text — so to do math with it, we must convert it using int() or float().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rgbClr val="D9484F"/>
          </a:solidFill>
          <a:ln/>
        </p:spPr>
      </p:sp>
      <p:pic>
        <p:nvPicPr>
          <p:cNvPr id="10" name="Image 1" descr="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Conversion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77240" y="3520440"/>
            <a:ext cx="4937760" cy="2514600"/>
          </a:xfrm>
          <a:prstGeom prst="roundRect">
            <a:avLst>
              <a:gd name="adj" fmla="val 363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78408" y="36850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16152" y="36850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1453896" y="36850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" y="397764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input("Enter age: 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can only concatenate str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(not "int") to str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63640" y="26517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99923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7804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Conversion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6537960" y="3520440"/>
            <a:ext cx="4937760" cy="2514600"/>
          </a:xfrm>
          <a:prstGeom prst="roundRect">
            <a:avLst>
              <a:gd name="adj" fmla="val 363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39128" y="36850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8"/>
          <p:cNvSpPr/>
          <p:nvPr/>
        </p:nvSpPr>
        <p:spPr>
          <a:xfrm>
            <a:off x="6976872" y="36850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9"/>
          <p:cNvSpPr/>
          <p:nvPr/>
        </p:nvSpPr>
        <p:spPr>
          <a:xfrm>
            <a:off x="7214616" y="36850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812280" y="397764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int(input("Enter age: "))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Works perfectly!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you entered 20 → 21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66960" y="-914400"/>
            <a:ext cx="3291840" cy="329184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869680" y="38404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69680" y="384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INPUT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84632" y="1847088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8600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224942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name, and store it as text.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310896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" y="307238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age, and convert it to a whole number right away.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38953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name back to the user.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75488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29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" y="471830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age back to the user.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201168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20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21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5120" y="2468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int(input("Enter your age: "))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print("Name:", name)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print("Age:", age)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484632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262B5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2940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2B84B"/>
                </a:solidFill>
              </a:rPr>
              <a:t>SAMPLE RUN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Rahul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age: 18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Rahul   Age: 18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FORMATTING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Formatting: f-strings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 insert variables directly inside a string — no messy + signs needed.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letter f right before the opening quote.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variable in curly braces { } inside the string.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fills in the value automatically — cleaner than joining with +.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"Rahul"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print(f"My name is {name} and"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 I am {age} years old.")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4572000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468172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7D4F"/>
                </a:solidFill>
              </a:rPr>
              <a:t>OUTPUT
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name is Rahul and I am 18 years old.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Information System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 student's basic details and displays them neatly.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name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77240" y="49286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2" y="50284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98448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6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7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= input("Enter your roll number: 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= input("Enter your course: 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print("---- Student Details ----")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print("Name:", name)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print("Roll No:", roll)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print("Course:", course)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Student Details ----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Rahul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Roll No: 21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Course: CSE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total bill from an item's price and quantity.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recei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item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purchased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float(input("Enter item price: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 = int(input("Enter quantity: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price * qty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Bill: {total}")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Run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item price: 50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quantity: 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Total Bill: 150.0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net salary after allowances and deductions.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salary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77240" y="49286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2" y="50284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98448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6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7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= float(input("Enter basic salary: "))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allowance = float(input("Enter allowance: "))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deduction = float(input("Enter deduction: "))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basic + allowance - deduction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print(f"Net Salary: {salary}")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Run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basic=20000  allowance=2000  deduction=1000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 Salary: 21000.0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addition, subtraction, multiplication &amp; division.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number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number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float(input("Enter first number: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float(input("Enter second number: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print("Sum:", a + b)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print("Difference:", a - b)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print("Product:", a * b)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print("Quotient:", a / b)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= 10, b = 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Sum: 12.0  Difference: 8.0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Product: 20.0  Quotient: 5.0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&amp; Percentage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marks from 3 subjects and finds the percentage.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in Subject 1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in Subject 2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77240" y="49286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2" y="50284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98448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in Subject 3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6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7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= int(input("Enter marks in Subject 1: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= int(input("Enter marks in Subject 2: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= int(input("Enter marks in Subject 3: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m1 + m2 + m3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= (total / 300) * 100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Marks: {total}")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print(f"Percentage: {percentage}%")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Total Marks: 255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Percentage: 85.0%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•  Input &amp; Output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280160" y="3657600"/>
            <a:ext cx="3657600" cy="365760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F2B84B">
              <a:alpha val="18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Talk to Your Programs!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how to take input, convert it safely, format output, and use it all in real mini-programs.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31920" y="4206240"/>
            <a:ext cx="4297680" cy="502920"/>
          </a:xfrm>
          <a:prstGeom prst="roundRect">
            <a:avLst>
              <a:gd name="adj" fmla="val 49091"/>
            </a:avLst>
          </a:prstGeom>
          <a:solidFill>
            <a:srgbClr val="F2B8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931920" y="4206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MODULE 4 — CONDITIONAL STATEMENTS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  •  Supercharging Progress™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2026-09-25T03:20:24Z</dcterms:created>
  <dcterms:modified xsi:type="dcterms:W3CDTF">2026-09-25T03:20:24Z</dcterms:modified>
</cp:coreProperties>
</file>